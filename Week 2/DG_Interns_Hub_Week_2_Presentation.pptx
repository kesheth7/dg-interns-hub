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WEEK 2 | Network Traffic &amp; Windows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122D4A"/>
                </a:solidFill>
              </a:defRPr>
            </a:pPr>
            <a:r>
              <a:t>•  DG Interns Hub — Cybersecurity Internship</a:t>
            </a:r>
          </a:p>
          <a:p>
            <a:pPr>
              <a:spcAft>
                <a:spcPts val="1700"/>
              </a:spcAft>
              <a:defRPr sz="2100">
                <a:solidFill>
                  <a:srgbClr val="122D4A"/>
                </a:solidFill>
              </a:defRPr>
            </a:pPr>
            <a:r>
              <a:t>•  Wireshark • Nmap • Windows Event Viewer • PowerShell</a:t>
            </a:r>
          </a:p>
          <a:p>
            <a:pPr>
              <a:spcAft>
                <a:spcPts val="1700"/>
              </a:spcAft>
              <a:defRPr sz="2100">
                <a:solidFill>
                  <a:srgbClr val="122D4A"/>
                </a:solidFill>
              </a:defRPr>
            </a:pPr>
            <a:r>
              <a:t>•  Reporting deadline: 30 October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0C3934-62C5-B7EB-A2CF-08257668B38B}"/>
              </a:ext>
            </a:extLst>
          </p:cNvPr>
          <p:cNvSpPr txBox="1"/>
          <p:nvPr/>
        </p:nvSpPr>
        <p:spPr>
          <a:xfrm>
            <a:off x="286610" y="6355080"/>
            <a:ext cx="451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Kesheth </a:t>
            </a:r>
            <a:r>
              <a:rPr lang="en-US" dirty="0" err="1"/>
              <a:t>Swarnachandran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Objectives &amp;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122D4A"/>
                </a:solidFill>
              </a:defRPr>
            </a:pPr>
            <a:r>
              <a:t>•  Read TCP handshakes, HTTP, DNS and ICMP packet traces</a:t>
            </a:r>
          </a:p>
          <a:p>
            <a:pPr>
              <a:spcAft>
                <a:spcPts val="1700"/>
              </a:spcAft>
              <a:defRPr sz="2100">
                <a:solidFill>
                  <a:srgbClr val="122D4A"/>
                </a:solidFill>
              </a:defRPr>
            </a:pPr>
            <a:r>
              <a:t>•  Understand Nmap scan behaviour and outputs</a:t>
            </a:r>
          </a:p>
          <a:p>
            <a:pPr>
              <a:spcAft>
                <a:spcPts val="1700"/>
              </a:spcAft>
              <a:defRPr sz="2100">
                <a:solidFill>
                  <a:srgbClr val="122D4A"/>
                </a:solidFill>
              </a:defRPr>
            </a:pPr>
            <a:r>
              <a:t>•  Investigate Windows Security events and logon types</a:t>
            </a:r>
          </a:p>
          <a:p>
            <a:pPr>
              <a:spcAft>
                <a:spcPts val="1700"/>
              </a:spcAft>
              <a:defRPr sz="2100">
                <a:solidFill>
                  <a:srgbClr val="122D4A"/>
                </a:solidFill>
              </a:defRPr>
            </a:pPr>
            <a:r>
              <a:t>•  Lab: Kali .102 | Ubuntu .101 | Windows 11 .104 (192.168.56.0/24)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Learning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122D4A"/>
                </a:solidFill>
              </a:defRPr>
            </a:pPr>
            <a:r>
              <a:t>•  8 separate theory notes</a:t>
            </a:r>
          </a:p>
          <a:p>
            <a:pPr>
              <a:spcAft>
                <a:spcPts val="1700"/>
              </a:spcAft>
              <a:defRPr sz="2100">
                <a:solidFill>
                  <a:srgbClr val="122D4A"/>
                </a:solidFill>
              </a:defRPr>
            </a:pPr>
            <a:r>
              <a:t>•  6 TryHackMe rooms, each with a writeup and completion screenshot</a:t>
            </a:r>
          </a:p>
          <a:p>
            <a:pPr>
              <a:spcAft>
                <a:spcPts val="1700"/>
              </a:spcAft>
              <a:defRPr sz="2100">
                <a:solidFill>
                  <a:srgbClr val="122D4A"/>
                </a:solidFill>
              </a:defRPr>
            </a:pPr>
            <a:r>
              <a:t>•  1 Wireshark practical writeup</a:t>
            </a:r>
          </a:p>
          <a:p>
            <a:pPr>
              <a:spcAft>
                <a:spcPts val="1700"/>
              </a:spcAft>
              <a:defRPr sz="2100">
                <a:solidFill>
                  <a:srgbClr val="122D4A"/>
                </a:solidFill>
              </a:defRPr>
            </a:pPr>
            <a:r>
              <a:t>•  2 cheat sheets: 20 Wireshark filters and 15 Windows Event 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Wireshark | TCP Handshake</a:t>
            </a:r>
          </a:p>
        </p:txBody>
      </p:sp>
      <p:pic>
        <p:nvPicPr>
          <p:cNvPr id="4" name="Picture 3" descr="TCP_Handsh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467" y="1142999"/>
            <a:ext cx="608076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Wireshark | HTTP GET</a:t>
            </a:r>
          </a:p>
        </p:txBody>
      </p:sp>
      <p:pic>
        <p:nvPicPr>
          <p:cNvPr id="4" name="Picture 3" descr="HTTP_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467" y="1142999"/>
            <a:ext cx="608076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Wireshark | DNS Query</a:t>
            </a:r>
          </a:p>
        </p:txBody>
      </p:sp>
      <p:pic>
        <p:nvPicPr>
          <p:cNvPr id="4" name="Picture 3" descr="DNS_Qu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167" y="1142999"/>
            <a:ext cx="580136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Wireshark | ICMP Echo</a:t>
            </a:r>
          </a:p>
        </p:txBody>
      </p:sp>
      <p:pic>
        <p:nvPicPr>
          <p:cNvPr id="4" name="Picture 3" descr="ICMP_Ec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467" y="1142999"/>
            <a:ext cx="608076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Nmap | Lab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122D4A"/>
                </a:solidFill>
              </a:defRPr>
            </a:pPr>
            <a:r>
              <a:t>•  Ubuntu 192.168.56.101: TCP/80 open (HTTP); 999 TCP ports closed in SYN scan</a:t>
            </a:r>
          </a:p>
          <a:p>
            <a:pPr>
              <a:spcAft>
                <a:spcPts val="1700"/>
              </a:spcAft>
              <a:defRPr sz="2100">
                <a:solidFill>
                  <a:srgbClr val="122D4A"/>
                </a:solidFill>
              </a:defRPr>
            </a:pPr>
            <a:r>
              <a:t>•  Windows 192.168.56.104: all 1,000 tested TCP ports filtered in SYN scan</a:t>
            </a:r>
          </a:p>
          <a:p>
            <a:pPr>
              <a:spcAft>
                <a:spcPts val="1700"/>
              </a:spcAft>
              <a:defRPr sz="2100">
                <a:solidFill>
                  <a:srgbClr val="122D4A"/>
                </a:solidFill>
              </a:defRPr>
            </a:pPr>
            <a:r>
              <a:t>•  5 scan types per target: -sn, -sS, -sV, -O, -A</a:t>
            </a:r>
          </a:p>
          <a:p>
            <a:pPr>
              <a:spcAft>
                <a:spcPts val="1700"/>
              </a:spcAft>
              <a:defRPr sz="2100">
                <a:solidFill>
                  <a:srgbClr val="122D4A"/>
                </a:solidFill>
              </a:defRPr>
            </a:pPr>
            <a:r>
              <a:t>•  20 scan files: 10 TXT + 10 XML; SYN/RST packet capture retained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Nmap | SYN Scan Evidence</a:t>
            </a:r>
          </a:p>
        </p:txBody>
      </p:sp>
      <p:pic>
        <p:nvPicPr>
          <p:cNvPr id="4" name="Picture 3" descr="02_Ubuntu_SYN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904" y="1142999"/>
            <a:ext cx="9751886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Windows | Event Viewer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122D4A"/>
                </a:solidFill>
              </a:defRPr>
            </a:pPr>
            <a:r>
              <a:t>•  4625 failed logon; 4624 successful logon (observed type 5: service)</a:t>
            </a:r>
          </a:p>
          <a:p>
            <a:pPr>
              <a:spcAft>
                <a:spcPts val="1700"/>
              </a:spcAft>
              <a:defRPr sz="2100">
                <a:solidFill>
                  <a:srgbClr val="122D4A"/>
                </a:solidFill>
              </a:defRPr>
            </a:pPr>
            <a:r>
              <a:t>•  4720 new user; 4732 group membership change</a:t>
            </a:r>
          </a:p>
          <a:p>
            <a:pPr>
              <a:spcAft>
                <a:spcPts val="1700"/>
              </a:spcAft>
              <a:defRPr sz="2100">
                <a:solidFill>
                  <a:srgbClr val="122D4A"/>
                </a:solidFill>
              </a:defRPr>
            </a:pPr>
            <a:r>
              <a:t>•  7045 dummy service installed (System log)</a:t>
            </a:r>
          </a:p>
          <a:p>
            <a:pPr>
              <a:spcAft>
                <a:spcPts val="1700"/>
              </a:spcAft>
              <a:defRPr sz="2100">
                <a:solidFill>
                  <a:srgbClr val="122D4A"/>
                </a:solidFill>
              </a:defRPr>
            </a:pPr>
            <a:r>
              <a:t>•  1102 Security log cleared; EVTX backup saved first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Windows | Event 1102</a:t>
            </a:r>
          </a:p>
        </p:txBody>
      </p:sp>
      <p:pic>
        <p:nvPicPr>
          <p:cNvPr id="4" name="Picture 3" descr="06_Security_Log_Cleared_Event_1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619" y="1142999"/>
            <a:ext cx="4862456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PowerShell | Failed Logons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122D4A"/>
                </a:solidFill>
              </a:defRPr>
            </a:pPr>
            <a:r>
              <a:t>•  Get-WinEvent -FilterHashtable queried saved EVTX for Event ID 4625</a:t>
            </a:r>
          </a:p>
          <a:p>
            <a:pPr>
              <a:spcAft>
                <a:spcPts val="1700"/>
              </a:spcAft>
              <a:defRPr sz="2100">
                <a:solidFill>
                  <a:srgbClr val="122D4A"/>
                </a:solidFill>
              </a:defRPr>
            </a:pPr>
            <a:r>
              <a:t>•  Three failed logon events exported to CSV</a:t>
            </a:r>
          </a:p>
          <a:p>
            <a:pPr>
              <a:spcAft>
                <a:spcPts val="1700"/>
              </a:spcAft>
              <a:defRPr sz="2100">
                <a:solidFill>
                  <a:srgbClr val="122D4A"/>
                </a:solidFill>
              </a:defRPr>
            </a:pPr>
            <a:r>
              <a:t>•  Group-Object counted three failed attempts for account kesheth</a:t>
            </a:r>
          </a:p>
          <a:p>
            <a:pPr>
              <a:spcAft>
                <a:spcPts val="1700"/>
              </a:spcAft>
              <a:defRPr sz="2100">
                <a:solidFill>
                  <a:srgbClr val="122D4A"/>
                </a:solidFill>
              </a:defRPr>
            </a:pPr>
            <a:r>
              <a:t>•  Controlled lab activity — not proof of an attack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PowerShell | Evidence</a:t>
            </a:r>
          </a:p>
        </p:txBody>
      </p:sp>
      <p:pic>
        <p:nvPicPr>
          <p:cNvPr id="4" name="Picture 3" descr="02_PowerShell_Failed_Logins_Per_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328" y="1142999"/>
            <a:ext cx="6387039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SOC Takeaways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122D4A"/>
                </a:solidFill>
              </a:defRPr>
            </a:pPr>
            <a:r>
              <a:rPr dirty="0"/>
              <a:t>•  Packet and endpoint baselines help distinguish expected from unusual </a:t>
            </a:r>
            <a:r>
              <a:rPr dirty="0" err="1"/>
              <a:t>behaviour</a:t>
            </a:r>
            <a:endParaRPr dirty="0"/>
          </a:p>
          <a:p>
            <a:pPr>
              <a:spcAft>
                <a:spcPts val="1700"/>
              </a:spcAft>
              <a:defRPr sz="2100">
                <a:solidFill>
                  <a:srgbClr val="122D4A"/>
                </a:solidFill>
              </a:defRPr>
            </a:pPr>
            <a:r>
              <a:rPr dirty="0"/>
              <a:t>•  A filtered port is not the same as a closed port</a:t>
            </a:r>
          </a:p>
          <a:p>
            <a:pPr>
              <a:spcAft>
                <a:spcPts val="1700"/>
              </a:spcAft>
              <a:defRPr sz="2100">
                <a:solidFill>
                  <a:srgbClr val="122D4A"/>
                </a:solidFill>
              </a:defRPr>
            </a:pPr>
            <a:r>
              <a:rPr dirty="0"/>
              <a:t>•  Preserve logs before clearing; retain evidence with screenshots and exports</a:t>
            </a:r>
          </a:p>
          <a:p>
            <a:pPr>
              <a:spcAft>
                <a:spcPts val="1700"/>
              </a:spcAft>
              <a:defRPr sz="2100">
                <a:solidFill>
                  <a:srgbClr val="122D4A"/>
                </a:solidFill>
              </a:defRPr>
            </a:pPr>
            <a:r>
              <a:rPr dirty="0"/>
              <a:t>•  Next: Week 3 IDS and endpoint monitoring</a:t>
            </a:r>
          </a:p>
          <a:p>
            <a:pPr>
              <a:spcAft>
                <a:spcPts val="1700"/>
              </a:spcAft>
              <a:defRPr sz="2100">
                <a:solidFill>
                  <a:srgbClr val="122D4A"/>
                </a:solidFill>
              </a:defRPr>
            </a:pPr>
            <a:r>
              <a:rPr dirty="0"/>
              <a:t>•  LinkedIn publication and Drive submission require separate confirmation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8665B6-DACE-E285-FB80-02D06DAAF041}"/>
              </a:ext>
            </a:extLst>
          </p:cNvPr>
          <p:cNvSpPr txBox="1"/>
          <p:nvPr/>
        </p:nvSpPr>
        <p:spPr>
          <a:xfrm>
            <a:off x="286610" y="6355080"/>
            <a:ext cx="451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Kesheth </a:t>
            </a:r>
            <a:r>
              <a:rPr lang="en-US" dirty="0" err="1"/>
              <a:t>Swarnachandran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369</Words>
  <Application>Microsoft Office PowerPoint</Application>
  <PresentationFormat>Widescreen</PresentationFormat>
  <Paragraphs>44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Kesheth Kesheth</cp:lastModifiedBy>
  <cp:revision>2</cp:revision>
  <dcterms:created xsi:type="dcterms:W3CDTF">2013-01-27T09:14:16Z</dcterms:created>
  <dcterms:modified xsi:type="dcterms:W3CDTF">2026-10-29T08:40:48Z</dcterms:modified>
  <cp:category/>
</cp:coreProperties>
</file>