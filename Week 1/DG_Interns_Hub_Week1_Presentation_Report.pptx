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INTERNSHIP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Cybersecurity Internship</a:t>
            </a:r>
          </a:p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Week 1 — Practical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A9BED6"/>
                </a:solidFill>
                <a:latin typeface="Aptos"/>
              </a:defRPr>
            </a:pPr>
            <a:r>
              <a:t>Virtual labs  •  Linux foundations  •  Networking  •  TryHackMe  •  Bandit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789920" cy="68580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ED6CA"/>
                </a:solidFill>
                <a:latin typeface="Aptos"/>
              </a:defRPr>
            </a:pPr>
            <a:r>
              <a:t>Evidence-based summary |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38161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chemeClr val="bg1">
                    <a:lumMod val="95000"/>
                  </a:schemeClr>
                </a:solidFill>
              </a:rPr>
              <a:t>Prepared by: </a:t>
            </a:r>
            <a:r>
              <a:rPr sz="1800" dirty="0" err="1">
                <a:solidFill>
                  <a:schemeClr val="bg1">
                    <a:lumMod val="95000"/>
                  </a:schemeClr>
                </a:solidFill>
              </a:rPr>
              <a:t>Swarnachandran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</a:rPr>
              <a:t> Kesheth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Week 1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173736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2ED6CA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F2F7FF"/>
                </a:solidFill>
                <a:latin typeface="Aptos"/>
              </a:defRPr>
            </a:pPr>
            <a:r>
              <a:t>Set up isolated virtual machines for hands-on practice.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173736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2ED6CA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F2F7FF"/>
                </a:solidFill>
                <a:latin typeface="Aptos"/>
              </a:defRPr>
            </a:pPr>
            <a:r>
              <a:t>Configure IP addresses and verify VM communication.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12080" cy="173736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2ED6CA"/>
                </a:solidFill>
                <a:latin typeface="Aptos"/>
              </a:defRPr>
            </a:pPr>
            <a:r>
              <a:t>PRACTISE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F2F7FF"/>
                </a:solidFill>
                <a:latin typeface="Aptos"/>
              </a:defRPr>
            </a:pPr>
            <a:r>
              <a:t>Use Linux administration and networking commands.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03320"/>
            <a:ext cx="5212080" cy="173736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2ED6C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F2F7FF"/>
                </a:solidFill>
                <a:latin typeface="Aptos"/>
              </a:defRPr>
            </a:pPr>
            <a:r>
              <a:t>Complete guided security learning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Virtual lab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Ubuntu Linux</a:t>
            </a:r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192.168.56.101</a:t>
            </a:r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endParaRPr/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Kali Linux</a:t>
            </a:r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192.168.56.102</a:t>
            </a:r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endParaRPr/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Windows 11</a:t>
            </a:r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192.168.56.103</a:t>
            </a:r>
          </a:p>
        </p:txBody>
      </p:sp>
      <p:pic>
        <p:nvPicPr>
          <p:cNvPr id="6" name="Picture 5" descr="DG_Hub_Week1_Networ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6112"/>
            <a:ext cx="5943600" cy="42029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2ED6CA"/>
                </a:solidFill>
                <a:latin typeface="Aptos"/>
              </a:defRPr>
            </a:pPr>
            <a:r>
              <a:t>Host-only network: 192.168.56.0/24  |  NAT used for internet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Networking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5" name="Picture 4" descr="Windows_to_Ubuntu_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29" y="1554480"/>
            <a:ext cx="3012141" cy="3200400"/>
          </a:xfrm>
          <a:prstGeom prst="rect">
            <a:avLst/>
          </a:prstGeom>
        </p:spPr>
      </p:pic>
      <p:pic>
        <p:nvPicPr>
          <p:cNvPr id="6" name="Picture 5" descr="Ubuntu_to_Kali_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439" y="1554480"/>
            <a:ext cx="302732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749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F2F7FF"/>
                </a:solidFill>
                <a:latin typeface="Aptos"/>
              </a:defRPr>
            </a:pPr>
            <a:r>
              <a:t>Observed ping tests showed successful VM-to-VM communication with 0% packet loss in recorded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Linux users, groups and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5" name="Picture 4" descr="01_Three_Users_Cre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58" y="1554480"/>
            <a:ext cx="2811083" cy="2971800"/>
          </a:xfrm>
          <a:prstGeom prst="rect">
            <a:avLst/>
          </a:prstGeom>
        </p:spPr>
      </p:pic>
      <p:pic>
        <p:nvPicPr>
          <p:cNvPr id="6" name="Picture 5" descr="03_Shared_Folder_Permi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138" y="1554480"/>
            <a:ext cx="2811083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846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F2F7FF"/>
                </a:solidFill>
                <a:latin typeface="Aptos"/>
              </a:defRPr>
            </a:pPr>
            <a:r>
              <a:t>Practised account management, groups, shared directories and permission commands. Final permission configuration should be verified before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Linux command-line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5" name="Picture 4" descr="07_Linux_Commands_01_to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298" y="1554480"/>
            <a:ext cx="2811083" cy="2971800"/>
          </a:xfrm>
          <a:prstGeom prst="rect">
            <a:avLst/>
          </a:prstGeom>
        </p:spPr>
      </p:pic>
      <p:pic>
        <p:nvPicPr>
          <p:cNvPr id="6" name="Picture 5" descr="12_Linux_Commands_26_to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7343"/>
            <a:ext cx="5394960" cy="2866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846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ED6CA"/>
                </a:solidFill>
                <a:latin typeface="Aptos"/>
              </a:defRPr>
            </a:pPr>
            <a:r>
              <a:t>30-command cheat sheet prepared: command • what it does • when to use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Automation and system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5" name="Picture 4" descr="06_Cron_Job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391" y="1554480"/>
            <a:ext cx="3589536" cy="3794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645920"/>
            <a:ext cx="4663440" cy="338328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F2F7FF"/>
                </a:solidFill>
                <a:latin typeface="Aptos"/>
              </a:defRPr>
            </a:pPr>
            <a:r>
              <a:t>Cron job practice</a:t>
            </a:r>
          </a:p>
          <a:p>
            <a:pPr>
              <a:spcAft>
                <a:spcPts val="1300"/>
              </a:spcAft>
              <a:defRPr sz="1900" b="0">
                <a:solidFill>
                  <a:srgbClr val="F2F7FF"/>
                </a:solidFill>
                <a:latin typeface="Aptos"/>
              </a:defRPr>
            </a:pPr>
            <a:endParaRPr/>
          </a:p>
          <a:p>
            <a:pPr>
              <a:spcAft>
                <a:spcPts val="1300"/>
              </a:spcAft>
              <a:defRPr sz="1900" b="0">
                <a:solidFill>
                  <a:srgbClr val="F2F7FF"/>
                </a:solidFill>
                <a:latin typeface="Aptos"/>
              </a:defRPr>
            </a:pPr>
            <a:r>
              <a:t>Process and port inspection</a:t>
            </a:r>
          </a:p>
          <a:p>
            <a:pPr>
              <a:spcAft>
                <a:spcPts val="1300"/>
              </a:spcAft>
              <a:defRPr sz="1900" b="0">
                <a:solidFill>
                  <a:srgbClr val="F2F7FF"/>
                </a:solidFill>
                <a:latin typeface="Aptos"/>
              </a:defRPr>
            </a:pPr>
            <a:endParaRPr/>
          </a:p>
          <a:p>
            <a:pPr>
              <a:spcAft>
                <a:spcPts val="1300"/>
              </a:spcAft>
              <a:defRPr sz="1900" b="0">
                <a:solidFill>
                  <a:srgbClr val="F2F7FF"/>
                </a:solidFill>
                <a:latin typeface="Aptos"/>
              </a:defRPr>
            </a:pPr>
            <a:r>
              <a:t>Filesystem and permissions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TryHackMe learning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5" name="Picture 4" descr="Search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50528"/>
            <a:ext cx="5257800" cy="2379702"/>
          </a:xfrm>
          <a:prstGeom prst="rect">
            <a:avLst/>
          </a:prstGeom>
        </p:spPr>
      </p:pic>
      <p:pic>
        <p:nvPicPr>
          <p:cNvPr id="6" name="Picture 5" descr="Linux_Fundamentals_Par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46421"/>
            <a:ext cx="5257800" cy="23879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892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F2F7FF"/>
                </a:solidFill>
                <a:latin typeface="Aptos"/>
              </a:defRPr>
            </a:pPr>
            <a:r>
              <a:t>Documented rooms include Search Skills, Learning Cyber Security, Linux Fundamentals, Introductory Networking, Networking Concepts, Intro to LAN and Pyramid of Pain.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OverTheWire Bandit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5" name="Picture 4" descr="Bandit_Leve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558" y="1554480"/>
            <a:ext cx="2968563" cy="3154680"/>
          </a:xfrm>
          <a:prstGeom prst="rect">
            <a:avLst/>
          </a:prstGeom>
        </p:spPr>
      </p:pic>
      <p:pic>
        <p:nvPicPr>
          <p:cNvPr id="6" name="Picture 5" descr="Bandit_Level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398" y="1554480"/>
            <a:ext cx="2968563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37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F2F7FF"/>
                </a:solidFill>
                <a:latin typeface="Aptos"/>
              </a:defRPr>
            </a:pPr>
            <a:r>
              <a:t>SSH-based Linux challenges: navigating files, inspecting content and applying shell utilities. Level writeups saved separately.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Week 1 submission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11880" cy="1755648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1">
                <a:solidFill>
                  <a:srgbClr val="2ED6CA"/>
                </a:solidFill>
                <a:latin typeface="Aptos"/>
              </a:defRPr>
            </a:pPr>
            <a:r>
              <a:t>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8 separate theory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611880" cy="1755648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1">
                <a:solidFill>
                  <a:srgbClr val="2ED6CA"/>
                </a:solidFill>
                <a:latin typeface="Aptos"/>
              </a:defRPr>
            </a:pPr>
            <a:r>
              <a:t>WRITEUPS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TryHackMe + Bandit level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611880" cy="1755648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19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1">
                <a:solidFill>
                  <a:srgbClr val="2ED6CA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Screenshots and network diagram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3611880" cy="1755648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1">
                <a:solidFill>
                  <a:srgbClr val="2ED6CA"/>
                </a:solidFill>
                <a:latin typeface="Aptos"/>
              </a:defRPr>
            </a:pPr>
            <a:r>
              <a:t>CHEAT 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43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Exactly 30 Linux commands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611880"/>
            <a:ext cx="3611880" cy="1755648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1">
                <a:solidFill>
                  <a:srgbClr val="2ED6CA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43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Editable Word + weekly 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611880"/>
            <a:ext cx="3611880" cy="1755648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9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1">
                <a:solidFill>
                  <a:srgbClr val="2ED6CA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4343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This PowerPoint + README pending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2ED6CA"/>
                </a:solidFill>
                <a:latin typeface="Aptos"/>
              </a:defRPr>
            </a:pPr>
            <a:r>
              <a:t>DG INTERNS HUB  / 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F"/>
                </a:solidFill>
                <a:latin typeface="Aptos"/>
              </a:defRPr>
            </a:pPr>
            <a:r>
              <a:t>Key learning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A9BED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• Built a multi-VM cybersecurity practice environment.</a:t>
            </a:r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• Verified connectivity between the lab machines.</a:t>
            </a:r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• Strengthened Linux and basic networking skills.</a:t>
            </a:r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• Documented TryHackMe and Bandit learning evidence.</a:t>
            </a:r>
          </a:p>
          <a:p>
            <a:pPr>
              <a:spcAft>
                <a:spcPts val="1300"/>
              </a:spcAft>
              <a:defRPr sz="2100" b="0">
                <a:solidFill>
                  <a:srgbClr val="F2F7FF"/>
                </a:solidFill>
                <a:latin typeface="Aptos"/>
              </a:defRPr>
            </a:pPr>
            <a:r>
              <a:t>• Next: review evidence, finalize README and check submission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1">
                <a:solidFill>
                  <a:srgbClr val="2ED6CA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385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Kesheth Kesheth</cp:lastModifiedBy>
  <cp:revision>2</cp:revision>
  <dcterms:created xsi:type="dcterms:W3CDTF">2013-01-27T09:14:16Z</dcterms:created>
  <dcterms:modified xsi:type="dcterms:W3CDTF">2026-10-23T14:04:28Z</dcterms:modified>
  <cp:category/>
</cp:coreProperties>
</file>